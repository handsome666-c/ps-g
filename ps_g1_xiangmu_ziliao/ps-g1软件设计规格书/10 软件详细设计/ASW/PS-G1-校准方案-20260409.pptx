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6"/>
  </p:handoutMasterIdLst>
  <p:sldIdLst>
    <p:sldId id="2203" r:id="rId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6495" initials="1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9F6"/>
    <a:srgbClr val="00FEF1"/>
    <a:srgbClr val="0087EF"/>
    <a:srgbClr val="00DEEA"/>
    <a:srgbClr val="071E4B"/>
    <a:srgbClr val="01B0F1"/>
    <a:srgbClr val="0B6938"/>
    <a:srgbClr val="63E500"/>
    <a:srgbClr val="003366"/>
    <a:srgbClr val="D0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 autoAdjust="0"/>
    <p:restoredTop sz="95267" autoAdjust="0"/>
  </p:normalViewPr>
  <p:slideViewPr>
    <p:cSldViewPr snapToGrid="0" showGuides="1">
      <p:cViewPr varScale="1">
        <p:scale>
          <a:sx n="75" d="100"/>
          <a:sy n="75" d="100"/>
        </p:scale>
        <p:origin x="312" y="52"/>
      </p:cViewPr>
      <p:guideLst>
        <p:guide orient="horz" pos="2112"/>
        <p:guide pos="40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2608" y="5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image" Target="../media/image5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1615" y="9794266"/>
            <a:ext cx="2282448" cy="3665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65" y="224412"/>
            <a:ext cx="2603229" cy="8113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730" y="261885"/>
            <a:ext cx="1977988" cy="3470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11" Type="http://schemas.openxmlformats.org/officeDocument/2006/relationships/image" Target="../media/image3.jpeg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999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12191365" cy="686181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14508" y="1096017"/>
            <a:ext cx="3950970" cy="3860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24000"/>
              </a:prstClr>
            </a:outerShdw>
          </a:effec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1</a:t>
            </a:r>
            <a:r>
              <a:rPr lang="zh-CN" altLang="en-US" sz="16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、校准方案泳道图</a:t>
            </a:r>
            <a:endParaRPr lang="zh-CN" altLang="en-US" sz="16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05" y="1482090"/>
            <a:ext cx="3194050" cy="5170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2_Office 主题​​">
  <a:themeElements>
    <a:clrScheme name="自定义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E5FF"/>
      </a:accent1>
      <a:accent2>
        <a:srgbClr val="00E991"/>
      </a:accent2>
      <a:accent3>
        <a:srgbClr val="0069FF"/>
      </a:accent3>
      <a:accent4>
        <a:srgbClr val="00163F"/>
      </a:accent4>
      <a:accent5>
        <a:srgbClr val="63E5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E5FF"/>
      </a:accent1>
      <a:accent2>
        <a:srgbClr val="00E991"/>
      </a:accent2>
      <a:accent3>
        <a:srgbClr val="0069FF"/>
      </a:accent3>
      <a:accent4>
        <a:srgbClr val="00163F"/>
      </a:accent4>
      <a:accent5>
        <a:srgbClr val="63E5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Unicode MS</vt:lpstr>
      <vt:lpstr>Calibri</vt:lpstr>
      <vt:lpstr>2_Office 主题​​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linying</dc:creator>
  <cp:lastModifiedBy>Geely</cp:lastModifiedBy>
  <cp:revision>1634</cp:revision>
  <dcterms:created xsi:type="dcterms:W3CDTF">2022-09-29T02:10:00Z</dcterms:created>
  <dcterms:modified xsi:type="dcterms:W3CDTF">2026-04-09T02:04:38Z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2052-10.8.2.6613</vt:lpwstr>
  </property>
  <property fmtid="{D5CDD505-2E9C-101B-9397-08002B2CF9AE}" pid="3" name="ICV">
    <vt:lpwstr>E37FCC5D0EFB50AE36DA0563D7FABB38</vt:lpwstr>
  </property>
</Properties>
</file>